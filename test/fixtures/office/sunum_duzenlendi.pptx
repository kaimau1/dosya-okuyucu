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tr-TR" sz="4400" b="1" dirty="0"/>
              <a:t>Çeyrek Raporu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Char char="•"/>
            </a:pPr>
            <a:r>
              <a:rPr lang="tr-TR" sz="2000" dirty="0"/>
              <a:t>Gelir %12 arttı</a:t>
            </a:r>
          </a:p>
          <a:p>
            <a:pPr marL="285750" indent="-285750">
              <a:buChar char="•"/>
            </a:pPr>
            <a:r>
              <a:rPr lang="tr-TR" sz="2000" dirty="0"/>
              <a:t>Gider sabit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tr-TR" sz="4400" b="1" dirty="0"/>
              <a:t>Sonraki adımlar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Char char="•"/>
            </a:pPr>
            <a:r>
              <a:rPr lang="tr-TR" sz="2000" dirty="0"/>
              <a:t>İzmir şubesi</a:t>
            </a:r>
          </a:p>
          <a:p>
            <a:pPr marL="285750" indent="-285750">
              <a:buChar char="•"/>
            </a:pPr>
            <a:r>
              <a:rPr lang="tr-TR" sz="2000" dirty="0"/>
              <a:t>Yeni ürün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osya Okuyucu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  <a:prstDash val="solid"/>
        </a:ln>
        <a:ln w="12700" cap="flat">
          <a:solidFill>
            <a:schemeClr val="phClr"/>
          </a:solidFill>
          <a:prstDash val="solid"/>
        </a:ln>
        <a:ln w="19050" cap="flat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
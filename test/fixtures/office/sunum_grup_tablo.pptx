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2540000" y="1270000"/>
            <a:ext cx="6350000" cy="635000"/>
            <a:chOff x="1270000" y="1270000"/>
            <a:chExt cx="3175000" cy="635000"/>
          </a:xfrm>
        </p:grpSpPr>
        <p:sp>
          <p:nvSpPr>
            <p:cNvPr id="3" name="Rectangle 2"/>
            <p:cNvSpPr/>
            <p:nvPr/>
          </p:nvSpPr>
          <p:spPr>
            <a:xfrm>
              <a:off x="1270000" y="1270000"/>
              <a:ext cx="1270000" cy="635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Grup A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3175000" y="1270000"/>
              <a:ext cx="1270000" cy="635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Grup B</a:t>
              </a:r>
            </a:p>
          </p:txBody>
        </p:sp>
      </p:grp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70000" y="3810000"/>
          <a:ext cx="2540000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</a:tblGrid>
              <a:tr h="381000">
                <a:tc>
                  <a:txBody>
                    <a:bodyPr/>
                    <a:lstStyle/>
                    <a:p>
                      <a:r>
                        <a:t>Başlık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